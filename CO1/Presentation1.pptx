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F89E7-D80B-2CBA-DF85-670AD9BFC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873F3C-0743-7A3B-369E-1237F338F9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5C93A-CA41-32B9-D2E0-43C9BA5BB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D14F-84F4-4421-B885-0685E9BD2E9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D6694-5D97-9AF6-60F2-55484CC0F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BC654-0F30-7B0A-7746-4421FE039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CEE8-C2D8-4B9E-9AE4-2233921F73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351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4F89B-47B5-C1CE-B0EA-AC0872BE4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1E823-953C-E327-2DF4-68A8DFDFC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9AD81-23EB-1456-8CA5-4BB2A33F3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D14F-84F4-4421-B885-0685E9BD2E9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107D0-EBCC-D8F5-9A80-FE4148E31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2C9CB-AB26-FE00-7E76-562122735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CEE8-C2D8-4B9E-9AE4-2233921F73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010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D6EF5-32E1-73DF-F9E1-1A8800C9C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08D65-70B5-3581-3FB7-5255718C5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6C140-1353-2FB7-6AEA-7C309A991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D14F-84F4-4421-B885-0685E9BD2E9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AD071-6D7A-53C0-77C2-CC4E75FF9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50D5C-E18F-0A2D-CCA3-8C17F18EC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CEE8-C2D8-4B9E-9AE4-2233921F73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356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DC1E-75C5-D6C1-B8D0-3BA38840F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E5754-F8C6-7ED6-D3E6-BBC1F59E45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F9DBB1-20B2-7616-545D-FBC9B834A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1B4DAC-EEE7-ECE0-BFEA-3D387927A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D14F-84F4-4421-B885-0685E9BD2E9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7A42B0-8284-588A-D05D-2174EE45F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4A96C-4517-0A24-8837-FEE96D5A2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CEE8-C2D8-4B9E-9AE4-2233921F73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027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924AB-A30F-67E0-5C60-B39ED60D9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0F0F3-0A29-41FE-672B-D1C51755A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A59F85-9C89-DD87-39F5-FA5FFEFE5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396BC1-3A6A-F4D2-66F0-46AF6912A4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29EC45-F832-BFAF-59CA-5106834D49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5C0AB5-0877-2E0E-31E2-2FA698DA5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D14F-84F4-4421-B885-0685E9BD2E9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C227FB-CF28-7E2B-7FB1-EAE77B846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79571E-9234-881F-B929-3C9F0CAED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CEE8-C2D8-4B9E-9AE4-2233921F73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778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81A7E-B309-70DE-906E-9D12E1EBB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C53DC8-B5B4-6CB9-B7DB-8D1D9CB20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D14F-84F4-4421-B885-0685E9BD2E9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D1D7D-FB82-2B6B-9C99-79B6CACE3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D365D-520B-B9BB-3AD9-A88123B10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CEE8-C2D8-4B9E-9AE4-2233921F73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2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2E113B-DEE7-71E7-2B1B-7330C0A10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D14F-84F4-4421-B885-0685E9BD2E9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7AD68C-F2FD-23A8-90CA-D3E3C6D83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2B9AF-B3FD-0738-0081-E36E647DB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CEE8-C2D8-4B9E-9AE4-2233921F73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846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D8D41-C193-2955-7B67-E524DC73D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0DD0C-671E-A54D-76DA-20B63CDD7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93F5B-8831-A508-6423-C8ADD86F73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3D45C-ABE7-1CD7-2EB4-0F598F6A7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D14F-84F4-4421-B885-0685E9BD2E9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7DDF3A-D821-581D-E291-178DA662F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F909A-C31B-847F-C502-21C137A29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CEE8-C2D8-4B9E-9AE4-2233921F73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43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25B72-7FA8-1358-D3B7-F046358C9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99705F-9702-47CB-1819-52F470D6F7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62D118-B033-A2C4-DCAD-6A6097A90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32AAA-602C-532E-7406-A3FE59292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D14F-84F4-4421-B885-0685E9BD2E9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BD879-862B-D8C2-E187-27C23AF06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E9059-234E-2C00-19BF-6A16F8CA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CEE8-C2D8-4B9E-9AE4-2233921F73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778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99733-41C1-B301-2106-FBA256B75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070FE1-7C4F-A250-FFF3-9D7897122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35920-5C08-03EE-193B-18CB3EE20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D14F-84F4-4421-B885-0685E9BD2E9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176E0-71BB-6E52-4EC2-DB418169E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7836E-1EA6-31B4-CB6D-125A62B35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CEE8-C2D8-4B9E-9AE4-2233921F73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330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F9D47B-F090-B969-D86E-582EF103E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7BB30-9418-548F-BA50-ECDAC2F382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9B16E-4AA5-3C00-B004-0A1E44BB9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D14F-84F4-4421-B885-0685E9BD2E9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6015D-3A94-54E4-BC07-43E77A59E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2C89E-6B88-3313-7C85-DB5DA97CE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FCEE8-C2D8-4B9E-9AE4-2233921F73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39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1DEA1F-5AE5-BB4A-585A-602C83704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35616-E68C-6D70-CB78-F8498AE22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BA1E2-BBB8-4670-7609-BBA1E9DBC6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E8D14F-84F4-4421-B885-0685E9BD2E9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4C3D7-296F-C072-4F49-35B3F8453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6765C-DF1C-1677-D87C-301E8DB0A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CFCEE8-C2D8-4B9E-9AE4-2233921F73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88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5035" y="231577"/>
            <a:ext cx="11217897" cy="130812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 txBox="1"/>
          <p:nvPr/>
        </p:nvSpPr>
        <p:spPr>
          <a:xfrm>
            <a:off x="2950589" y="2294582"/>
            <a:ext cx="6466800" cy="19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6000" u="none" cap="none" strike="noStrike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Caesar Cipher Algorithm</a:t>
            </a:r>
            <a:endParaRPr/>
          </a:p>
        </p:txBody>
      </p:sp>
      <p:sp>
        <p:nvSpPr>
          <p:cNvPr id="20" name="Google Shape;20;p1"/>
          <p:cNvSpPr txBox="1"/>
          <p:nvPr/>
        </p:nvSpPr>
        <p:spPr>
          <a:xfrm>
            <a:off x="1602556" y="4988449"/>
            <a:ext cx="2696100" cy="9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Guided by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DR.E.Anbalagan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8647523" y="4988450"/>
            <a:ext cx="2394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</a:rPr>
              <a:t>Ganesh Kumar 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FEF187-4A98-FBCA-C3EE-DE595F8989BD}"/>
              </a:ext>
            </a:extLst>
          </p:cNvPr>
          <p:cNvSpPr txBox="1"/>
          <p:nvPr/>
        </p:nvSpPr>
        <p:spPr>
          <a:xfrm>
            <a:off x="3905446" y="154698"/>
            <a:ext cx="43811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98C26C-4D78-73A7-A02B-A5F5E47EA326}"/>
              </a:ext>
            </a:extLst>
          </p:cNvPr>
          <p:cNvSpPr txBox="1"/>
          <p:nvPr/>
        </p:nvSpPr>
        <p:spPr>
          <a:xfrm>
            <a:off x="740865" y="2024480"/>
            <a:ext cx="11008152" cy="280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 is a basic encryption method.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converts readable text (plaintext) into secret text (ciphertext).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letter is shifted by a fixed number of positions.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decides how many positions each letter moves.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for educational purposes to learn encryption concepts.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2E50DB-7111-5F88-5C64-1275B84A0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83" y="156557"/>
            <a:ext cx="1121866" cy="11913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381DF7-DCAA-5EDF-B47C-BC4B4580A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328" y="176810"/>
            <a:ext cx="980689" cy="114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928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E2C9A9-4ED3-B149-B3B1-F10257CF3969}"/>
              </a:ext>
            </a:extLst>
          </p:cNvPr>
          <p:cNvSpPr txBox="1"/>
          <p:nvPr/>
        </p:nvSpPr>
        <p:spPr>
          <a:xfrm>
            <a:off x="1878291" y="296100"/>
            <a:ext cx="82083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of Caesar Cipher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3B8170-E770-1FB0-27CD-8650DF9950A4}"/>
              </a:ext>
            </a:extLst>
          </p:cNvPr>
          <p:cNvSpPr txBox="1"/>
          <p:nvPr/>
        </p:nvSpPr>
        <p:spPr>
          <a:xfrm>
            <a:off x="813062" y="1631085"/>
            <a:ext cx="6094428" cy="2255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the plaintext.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a key (Example: 3).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every letter forward by the key value.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new letters form the ciphertext.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6F6D23-56CB-AA65-2708-FAA38A8390D7}"/>
              </a:ext>
            </a:extLst>
          </p:cNvPr>
          <p:cNvSpPr txBox="1"/>
          <p:nvPr/>
        </p:nvSpPr>
        <p:spPr>
          <a:xfrm>
            <a:off x="897904" y="4105935"/>
            <a:ext cx="6094428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IN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Plaintext: HELLO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= 3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Ciphertext: KHOOR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9C4C04-55C3-7185-FD73-F3BA28E05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83" y="156557"/>
            <a:ext cx="1121866" cy="11913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0CB28E-BE89-41A0-238E-3EEF29CFC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328" y="176810"/>
            <a:ext cx="980689" cy="114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177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252933-BD12-D7CA-1078-66C37A4ACB22}"/>
              </a:ext>
            </a:extLst>
          </p:cNvPr>
          <p:cNvSpPr txBox="1"/>
          <p:nvPr/>
        </p:nvSpPr>
        <p:spPr>
          <a:xfrm>
            <a:off x="624527" y="1468497"/>
            <a:ext cx="6094428" cy="4840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simple to understand.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implement.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encryption.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26 possible keys.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broken using brute force.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secure for modern communication.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F85087-1FE4-FC59-A2FC-19D61BC03EFC}"/>
              </a:ext>
            </a:extLst>
          </p:cNvPr>
          <p:cNvSpPr txBox="1"/>
          <p:nvPr/>
        </p:nvSpPr>
        <p:spPr>
          <a:xfrm>
            <a:off x="1327103" y="277136"/>
            <a:ext cx="96789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dirty="0">
                <a:solidFill>
                  <a:srgbClr val="C00000"/>
                </a:solidFill>
              </a:rPr>
              <a:t>Advantages &amp; Disadvantages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873FB9-A142-A959-B1C4-93CD3B07C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83" y="156557"/>
            <a:ext cx="1121866" cy="11913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E7D39F-B15C-AD92-10AB-9F0B171FF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328" y="176810"/>
            <a:ext cx="980689" cy="114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188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F76560-69EA-B07F-438E-76F09E9D6E7A}"/>
              </a:ext>
            </a:extLst>
          </p:cNvPr>
          <p:cNvSpPr txBox="1"/>
          <p:nvPr/>
        </p:nvSpPr>
        <p:spPr>
          <a:xfrm>
            <a:off x="4207104" y="154698"/>
            <a:ext cx="37777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33EA0C-8D58-2AF4-C14C-1970917778EF}"/>
              </a:ext>
            </a:extLst>
          </p:cNvPr>
          <p:cNvSpPr txBox="1"/>
          <p:nvPr/>
        </p:nvSpPr>
        <p:spPr>
          <a:xfrm>
            <a:off x="810705" y="2487115"/>
            <a:ext cx="9379670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 is the simplest classical encryption algorithm.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replaces each letter with another letter by shifting positions.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useful for learning cryptography basics but is not secure today.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52DF9F-263E-5C3A-FE15-608883AC6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83" y="156557"/>
            <a:ext cx="1121866" cy="11913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2FED72-52F4-F5A9-44B5-2F79404BD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328" y="176810"/>
            <a:ext cx="980689" cy="114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406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EC41DA-1B2B-F9C4-0D50-141553A18B80}"/>
              </a:ext>
            </a:extLst>
          </p:cNvPr>
          <p:cNvSpPr txBox="1"/>
          <p:nvPr/>
        </p:nvSpPr>
        <p:spPr>
          <a:xfrm>
            <a:off x="2589229" y="2224726"/>
            <a:ext cx="701354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0" dirty="0">
                <a:latin typeface="Vladimir Script" panose="03050402040407070305" pitchFamily="66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66647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